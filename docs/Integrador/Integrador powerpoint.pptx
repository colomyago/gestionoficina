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99" r:id="rId6"/>
    <p:sldId id="257" r:id="rId7"/>
    <p:sldId id="262" r:id="rId8"/>
    <p:sldId id="263" r:id="rId9"/>
    <p:sldId id="264" r:id="rId10"/>
    <p:sldId id="266" r:id="rId11"/>
    <p:sldId id="267" r:id="rId12"/>
    <p:sldId id="271" r:id="rId13"/>
    <p:sldId id="270" r:id="rId14"/>
    <p:sldId id="268" r:id="rId15"/>
    <p:sldId id="265" r:id="rId16"/>
    <p:sldId id="273" r:id="rId17"/>
    <p:sldId id="274" r:id="rId18"/>
    <p:sldId id="275" r:id="rId19"/>
    <p:sldId id="288" r:id="rId20"/>
    <p:sldId id="287" r:id="rId21"/>
    <p:sldId id="276" r:id="rId22"/>
    <p:sldId id="277" r:id="rId23"/>
    <p:sldId id="278" r:id="rId24"/>
    <p:sldId id="279" r:id="rId25"/>
    <p:sldId id="289" r:id="rId26"/>
    <p:sldId id="280" r:id="rId27"/>
    <p:sldId id="290" r:id="rId28"/>
    <p:sldId id="281" r:id="rId29"/>
    <p:sldId id="282" r:id="rId30"/>
    <p:sldId id="283" r:id="rId31"/>
    <p:sldId id="284" r:id="rId32"/>
    <p:sldId id="285" r:id="rId33"/>
    <p:sldId id="286" r:id="rId34"/>
    <p:sldId id="291" r:id="rId35"/>
    <p:sldId id="292" r:id="rId36"/>
    <p:sldId id="294" r:id="rId37"/>
    <p:sldId id="296" r:id="rId38"/>
    <p:sldId id="293" r:id="rId39"/>
    <p:sldId id="297" r:id="rId40"/>
    <p:sldId id="29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ston Heinz" initials="GH" lastIdx="2" clrIdx="0">
    <p:extLst>
      <p:ext uri="{19B8F6BF-5375-455C-9EA6-DF929625EA0E}">
        <p15:presenceInfo xmlns:p15="http://schemas.microsoft.com/office/powerpoint/2012/main" userId="7731a3e122afb7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0B"/>
    <a:srgbClr val="181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575FB2-A564-43D8-AA2E-5448FDC603B2}" v="602" dt="2025-11-19T19:35:27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74" autoAdjust="0"/>
  </p:normalViewPr>
  <p:slideViewPr>
    <p:cSldViewPr snapToGrid="0" showGuides="1">
      <p:cViewPr varScale="1">
        <p:scale>
          <a:sx n="107" d="100"/>
          <a:sy n="107" d="100"/>
        </p:scale>
        <p:origin x="61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7BBDA-94AA-4159-B777-94671C5BE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391F46-1BAE-48C7-BD5A-9F1F15E89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A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82B08C-862D-487D-A8AF-32CB5094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9228A2-32B8-4822-AE4D-B6A52D7F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1B610-86DE-45CB-ACAE-A90ED812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949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AF1CE-4525-436A-8B55-B36A9CF0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7E4FCC-FD65-4DA8-94E2-D658D33B4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8FAD95-1A13-43B1-A21F-78BDE9AC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E581EC-D973-44D9-A9EC-7856C247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7D918-00EB-4718-AC45-80A30AFD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91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0E48D-C8AC-405C-8159-65097404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EF9F07-C535-4D67-9166-4933C0B39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FE8660-A413-4276-9ADA-57A60AA3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E4084B-5327-4689-9BDD-D8120AEC0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32D723-06FA-4086-A1D7-3B0174EA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01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60F4F-7592-4124-9FE0-926E6EEC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AA63DB-9604-401D-9C35-7A140409F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3ABB17-8FED-44B5-A606-D2CBCE72B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A1552-1902-407E-93B0-2F21D019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E6AE17-C1E7-43C4-8ECE-83064DB5F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CF202E-05D6-4135-8D5C-567A4139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379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7FDE7-3204-4F96-A3BC-E8535725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302701-00C2-4EA6-9E28-AFC3E293B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984FBD-AC70-4B04-86F2-67173FFFE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EA026C-394C-4815-B208-698AC1D1C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FD596C-F262-4188-99FD-16A3530CB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8753BD-F57E-471A-A62E-7F3D6F97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2C49C5B-9F9F-406A-80C1-E9AC3C71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78C814-EDE0-405B-A070-22A41FB5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35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2CE2B-9C2D-40CE-B495-79CE155C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DFDBD9-59D7-40D8-9BC8-9C7A3235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13B102-2760-4E73-9648-16BA9396E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E7A2CA-E8DE-4410-A99A-74FBBF2C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316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001426-E828-4366-A96C-419682DF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003E31-48B7-48A3-9B8D-53E405E7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BBA5B4-41AE-497D-A5F2-6674AEB9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775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F8F89-6F9C-42D9-8CCA-A2B1D99BB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A22C42-5B73-4D59-AD25-E9B724118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41F839-BC7A-4941-995F-7A71F7F46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A0355A-2E14-4C15-8873-C845C5585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44B971-4066-49B3-B7C4-33829CE7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25581C-16CD-4A53-A574-1555ACD2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7308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ADAA6-044D-42CD-96DA-09F1E4E00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A2532D-273C-4346-BBA8-3B700F7CC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7C65B7-7DB5-4EEC-B1CF-6431AD2C9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79A081-1CCF-4F9B-9969-DE0762F0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3B1E39-6DA8-490E-8D6F-A558BFF4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8A19C7-9C1E-4EE2-91A8-3D21A96E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4083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3B7F9B-12D6-4169-9516-08E522CA8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1586B7-1463-4381-B555-22C8EB13B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0DCBBB-4F20-406E-95B0-0E95BD7D9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1582A6-33F6-420B-A221-1040D06A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977DAB-0291-4F5B-9F3B-05F4C4D8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0875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9831C5-11A4-4FEF-9C9D-C6F9B76A8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76B038-8DBA-4ACE-BA02-FC183EA23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26B374-DB42-4388-97F9-6E95A0DC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8688E0-6C05-43BC-B425-424ACBFB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CB5D26-08A9-4F8B-8A0E-F59B68099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789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47E26F-29B1-4A6A-9A42-83559384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374EC6-9794-44AE-8AB9-15BE1DDC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031893-7CBC-40DA-BE7C-3422066F6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9736A-A634-463D-B6CF-DE222103BA33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41D017-E1B2-437C-9624-B2F6FA63B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070600-6949-4758-984A-DE5AF8DB4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FBDA-9077-420D-BCC8-493B8A435919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690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jpeg"/><Relationship Id="rId5" Type="http://schemas.openxmlformats.org/officeDocument/2006/relationships/image" Target="../media/image77.png"/><Relationship Id="rId4" Type="http://schemas.openxmlformats.org/officeDocument/2006/relationships/image" Target="../media/image76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0640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31ADBB8-F0DE-4DE3-B0F9-67F132777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4" y="-360500"/>
            <a:ext cx="7578999" cy="37895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1F3362E-FE04-491E-8B5B-A98C1B8DCC4F}"/>
              </a:ext>
            </a:extLst>
          </p:cNvPr>
          <p:cNvSpPr txBox="1"/>
          <p:nvPr/>
        </p:nvSpPr>
        <p:spPr>
          <a:xfrm>
            <a:off x="185465" y="3200262"/>
            <a:ext cx="1200653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400" dirty="0">
                <a:solidFill>
                  <a:srgbClr val="CCCCCC"/>
                </a:solidFill>
                <a:latin typeface="Arial"/>
                <a:cs typeface="Arial"/>
              </a:rPr>
              <a:t>Un sistema web para la gestión integral de equipos tecnológicos de oficina</a:t>
            </a:r>
            <a:endParaRPr lang="es-AR" sz="4400" dirty="0">
              <a:solidFill>
                <a:srgbClr val="CCCCC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1402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0640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31ADBB8-F0DE-4DE3-B0F9-67F132777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201FD03-252C-4BB4-A2AF-573F0E6FD470}"/>
              </a:ext>
            </a:extLst>
          </p:cNvPr>
          <p:cNvSpPr txBox="1"/>
          <p:nvPr/>
        </p:nvSpPr>
        <p:spPr>
          <a:xfrm>
            <a:off x="-406400" y="977073"/>
            <a:ext cx="13004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4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¿QUÉ OFRECEMOS?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45F4A4-8C33-4C45-A6F8-5656F664C6D8}"/>
              </a:ext>
            </a:extLst>
          </p:cNvPr>
          <p:cNvSpPr txBox="1"/>
          <p:nvPr/>
        </p:nvSpPr>
        <p:spPr>
          <a:xfrm>
            <a:off x="-406400" y="1746514"/>
            <a:ext cx="1300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Nosotros ofrecemos una aplicación web diseñada para gestionar equipos tecnológicos, préstamos a empleados y solicitudes de mantenimiento.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9899C0-C2D2-4FA2-93DD-43F1E6121E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458"/>
          <a:stretch/>
        </p:blipFill>
        <p:spPr>
          <a:xfrm>
            <a:off x="705847" y="2968161"/>
            <a:ext cx="10780307" cy="390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90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0640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01FD03-252C-4BB4-A2AF-573F0E6FD470}"/>
              </a:ext>
            </a:extLst>
          </p:cNvPr>
          <p:cNvSpPr txBox="1"/>
          <p:nvPr/>
        </p:nvSpPr>
        <p:spPr>
          <a:xfrm>
            <a:off x="-406400" y="1049041"/>
            <a:ext cx="13004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4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¿PARA QUIENES ESTA DISEÑADO?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45F4A4-8C33-4C45-A6F8-5656F664C6D8}"/>
              </a:ext>
            </a:extLst>
          </p:cNvPr>
          <p:cNvSpPr txBox="1"/>
          <p:nvPr/>
        </p:nvSpPr>
        <p:spPr>
          <a:xfrm>
            <a:off x="769939" y="1876339"/>
            <a:ext cx="1065212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Nuestro sistema está dirigido a organizaciones que necesitan controlar su inventario de equipos y el flujo de préstamos de manera eficiente.</a:t>
            </a:r>
          </a:p>
        </p:txBody>
      </p:sp>
      <p:pic>
        <p:nvPicPr>
          <p:cNvPr id="1026" name="Picture 2" descr="Qué es una organización y qué no lo es?">
            <a:extLst>
              <a:ext uri="{FF2B5EF4-FFF2-40B4-BE49-F238E27FC236}">
                <a16:creationId xmlns:a16="http://schemas.microsoft.com/office/drawing/2014/main" id="{AE309423-CCB8-44DB-AAB6-FE1359DBC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834" y="3429000"/>
            <a:ext cx="5140267" cy="308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14A1D76-E3B4-499A-86D1-C76E05788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6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61714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01FD03-252C-4BB4-A2AF-573F0E6FD470}"/>
              </a:ext>
            </a:extLst>
          </p:cNvPr>
          <p:cNvSpPr txBox="1"/>
          <p:nvPr/>
        </p:nvSpPr>
        <p:spPr>
          <a:xfrm>
            <a:off x="-406400" y="1145080"/>
            <a:ext cx="1300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LAS VENTAJAS FRENTE A LA COMPETENCIA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90002BA-DA27-4BF1-8281-17C0F80A079F}"/>
              </a:ext>
            </a:extLst>
          </p:cNvPr>
          <p:cNvSpPr txBox="1"/>
          <p:nvPr/>
        </p:nvSpPr>
        <p:spPr>
          <a:xfrm>
            <a:off x="2094308" y="2313295"/>
            <a:ext cx="815578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barato </a:t>
            </a:r>
          </a:p>
          <a:p>
            <a:endParaRPr lang="es-ES" sz="3200" dirty="0">
              <a:solidFill>
                <a:srgbClr val="CC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simple e intuitivo</a:t>
            </a:r>
          </a:p>
          <a:p>
            <a:endParaRPr lang="es-ES" sz="3200" dirty="0">
              <a:solidFill>
                <a:srgbClr val="CC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rápido</a:t>
            </a:r>
          </a:p>
          <a:p>
            <a:endParaRPr lang="es-ES" sz="3200" dirty="0">
              <a:solidFill>
                <a:srgbClr val="CC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Ofrecemos soporte rápido ante dudas o errores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B015B98-00FE-4A36-9034-55503D58E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547" y="2067868"/>
            <a:ext cx="2202548" cy="2202548"/>
          </a:xfrm>
          <a:prstGeom prst="rect">
            <a:avLst/>
          </a:prstGeom>
        </p:spPr>
      </p:pic>
      <p:pic>
        <p:nvPicPr>
          <p:cNvPr id="2050" name="Picture 2" descr="Dinero - Iconos gratis de envío y entrega">
            <a:extLst>
              <a:ext uri="{FF2B5EF4-FFF2-40B4-BE49-F238E27FC236}">
                <a16:creationId xmlns:a16="http://schemas.microsoft.com/office/drawing/2014/main" id="{987B09B5-0454-4CE9-853D-492F0A2E9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75" y="1941552"/>
            <a:ext cx="1696543" cy="169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iempo rápido - Iconos gratis de hora y fecha">
            <a:extLst>
              <a:ext uri="{FF2B5EF4-FFF2-40B4-BE49-F238E27FC236}">
                <a16:creationId xmlns:a16="http://schemas.microsoft.com/office/drawing/2014/main" id="{371C42DF-B2AA-45DA-8962-B54525B23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75" y="4747308"/>
            <a:ext cx="1597860" cy="159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ácil - Iconos gratis de manos y gestos">
            <a:extLst>
              <a:ext uri="{FF2B5EF4-FFF2-40B4-BE49-F238E27FC236}">
                <a16:creationId xmlns:a16="http://schemas.microsoft.com/office/drawing/2014/main" id="{1AA595EE-6053-404D-8F39-5FC07D3F4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742" y="4270416"/>
            <a:ext cx="1895476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B1E025B-784E-4F8E-BA91-8A275B42BC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4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61714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01FD03-252C-4BB4-A2AF-573F0E6FD470}"/>
              </a:ext>
            </a:extLst>
          </p:cNvPr>
          <p:cNvSpPr txBox="1"/>
          <p:nvPr/>
        </p:nvSpPr>
        <p:spPr>
          <a:xfrm>
            <a:off x="-406400" y="1145080"/>
            <a:ext cx="1300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¿QUE PROBLEMAS RESOLVEMOS?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90002BA-DA27-4BF1-8281-17C0F80A079F}"/>
              </a:ext>
            </a:extLst>
          </p:cNvPr>
          <p:cNvSpPr txBox="1"/>
          <p:nvPr/>
        </p:nvSpPr>
        <p:spPr>
          <a:xfrm>
            <a:off x="2018108" y="2291504"/>
            <a:ext cx="815578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Pérdida de equipos o extravío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Falta de claridad sobre quién tiene qué equipo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Demoras en aprobaciones de préstamos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Equipos en mal estado sin reportar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Imposibilidad de auditar operaciones</a:t>
            </a:r>
          </a:p>
          <a:p>
            <a:pPr algn="l"/>
            <a:endParaRPr lang="en-AU" sz="1800" b="0" i="0" u="none" strike="noStrike" baseline="0" dirty="0">
              <a:solidFill>
                <a:srgbClr val="000000"/>
              </a:solidFill>
            </a:endParaRPr>
          </a:p>
          <a:p>
            <a:endParaRPr lang="es-E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B1E025B-784E-4F8E-BA91-8A275B42B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pic>
        <p:nvPicPr>
          <p:cNvPr id="5124" name="Picture 4" descr="Demora - Iconos gratis de hora y fecha">
            <a:extLst>
              <a:ext uri="{FF2B5EF4-FFF2-40B4-BE49-F238E27FC236}">
                <a16:creationId xmlns:a16="http://schemas.microsoft.com/office/drawing/2014/main" id="{260C8F0D-6A22-4F61-B081-0C900C7ED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5457" y="1870751"/>
            <a:ext cx="1821509" cy="182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Error - Iconos gratis de señales">
            <a:extLst>
              <a:ext uri="{FF2B5EF4-FFF2-40B4-BE49-F238E27FC236}">
                <a16:creationId xmlns:a16="http://schemas.microsoft.com/office/drawing/2014/main" id="{3D2AD8D8-202D-4F6E-BF44-AD8B67C55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56" y="2279238"/>
            <a:ext cx="1137496" cy="113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Bad review - Free computer icons">
            <a:extLst>
              <a:ext uri="{FF2B5EF4-FFF2-40B4-BE49-F238E27FC236}">
                <a16:creationId xmlns:a16="http://schemas.microsoft.com/office/drawing/2014/main" id="{A66EF4F4-8145-4489-A272-425C872B2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01" y="3828591"/>
            <a:ext cx="1622619" cy="162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Claridad - Iconos gratis de negocios y finanzas">
            <a:extLst>
              <a:ext uri="{FF2B5EF4-FFF2-40B4-BE49-F238E27FC236}">
                <a16:creationId xmlns:a16="http://schemas.microsoft.com/office/drawing/2014/main" id="{0B7A96DC-C68B-408A-89E6-85299E8CA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17" y="3785446"/>
            <a:ext cx="17430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79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ED10B4-9411-449E-B05A-1D3B601AE191}"/>
              </a:ext>
            </a:extLst>
          </p:cNvPr>
          <p:cNvSpPr txBox="1"/>
          <p:nvPr/>
        </p:nvSpPr>
        <p:spPr>
          <a:xfrm>
            <a:off x="-779597" y="1317171"/>
            <a:ext cx="135716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EL FUNCIONAMIENTO DEL </a:t>
            </a:r>
          </a:p>
          <a:p>
            <a:pPr algn="ctr"/>
            <a:r>
              <a:rPr lang="es-ES" sz="40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SISTEMA CON SUS ROLES</a:t>
            </a:r>
          </a:p>
        </p:txBody>
      </p:sp>
      <p:pic>
        <p:nvPicPr>
          <p:cNvPr id="3074" name="Picture 2" descr="Papel - Iconos gratis de usuario">
            <a:extLst>
              <a:ext uri="{FF2B5EF4-FFF2-40B4-BE49-F238E27FC236}">
                <a16:creationId xmlns:a16="http://schemas.microsoft.com/office/drawing/2014/main" id="{C161EEE3-6D10-4468-AF14-2826D8081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425" y="2832634"/>
            <a:ext cx="386715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8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ED10B4-9411-449E-B05A-1D3B601AE191}"/>
              </a:ext>
            </a:extLst>
          </p:cNvPr>
          <p:cNvSpPr txBox="1"/>
          <p:nvPr/>
        </p:nvSpPr>
        <p:spPr>
          <a:xfrm>
            <a:off x="-779597" y="1317171"/>
            <a:ext cx="135716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6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EL ADMINISTRADOR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pic>
        <p:nvPicPr>
          <p:cNvPr id="2050" name="Picture 2" descr="Administrador - Iconos gratis de personas">
            <a:extLst>
              <a:ext uri="{FF2B5EF4-FFF2-40B4-BE49-F238E27FC236}">
                <a16:creationId xmlns:a16="http://schemas.microsoft.com/office/drawing/2014/main" id="{2FD1C3D8-CB4C-47AA-A1E9-0C5C6DFE9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989" y="2659823"/>
            <a:ext cx="3546021" cy="3546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179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DCE3B84-75F7-4C7B-A533-CBA51648D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170" y="1934639"/>
            <a:ext cx="3367230" cy="47876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</a:t>
            </a:r>
          </a:p>
        </p:txBody>
      </p:sp>
    </p:spTree>
    <p:extLst>
      <p:ext uri="{BB962C8B-B14F-4D97-AF65-F5344CB8AC3E}">
        <p14:creationId xmlns:p14="http://schemas.microsoft.com/office/powerpoint/2010/main" val="35410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ADMINISTRADOR: EL ESCRITORIO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B33DDF-4244-4F78-ACEA-F2DAA0DC58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11" t="1598" b="1847"/>
          <a:stretch/>
        </p:blipFill>
        <p:spPr>
          <a:xfrm>
            <a:off x="7753349" y="2291829"/>
            <a:ext cx="3638551" cy="398222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D8F3CB3-E2D7-479D-B3BD-48010C2A4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4" y="2855527"/>
            <a:ext cx="6794859" cy="301441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CA1FBFC-7B3E-4D26-9D5D-969454F0F8B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176" t="5803" r="14988" b="88627"/>
          <a:stretch/>
        </p:blipFill>
        <p:spPr>
          <a:xfrm>
            <a:off x="714374" y="2291829"/>
            <a:ext cx="262091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33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ADMINISTRADOR: EL ESCRITORIO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2CA1F0E-DE75-4EBB-91A7-925439060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4" y="2006333"/>
            <a:ext cx="9308509" cy="201287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1FD23BF-8E85-4987-B0FF-14EE83787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" y="4329483"/>
            <a:ext cx="9308509" cy="211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21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508241"/>
            <a:ext cx="12989579" cy="7808089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06B2FB9-FA88-4D6A-A183-0803F1430FA7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ADMINISTRADOR: DISPOSITIVOS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7970F4-5156-4089-8081-C2B1EBA1ED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3" r="1130"/>
          <a:stretch/>
        </p:blipFill>
        <p:spPr>
          <a:xfrm>
            <a:off x="766744" y="2460619"/>
            <a:ext cx="6682927" cy="43400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C032F60-4B99-41EF-8E4A-3A15C0965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283" y="2460619"/>
            <a:ext cx="4109906" cy="323029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C4EA5EA-F4BE-4CF8-BED1-E075F8B6038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28" t="19859" r="16830" b="14091"/>
          <a:stretch/>
        </p:blipFill>
        <p:spPr>
          <a:xfrm>
            <a:off x="766744" y="1969332"/>
            <a:ext cx="2465976" cy="33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58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06B2FB9-FA88-4D6A-A183-0803F1430FA7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ADMINISTRADOR: DISPOSITIVOS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C10293-C8F9-4FD5-8152-CD6CF236C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8" y="2812300"/>
            <a:ext cx="7781469" cy="40457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B7C8738-B93C-4011-B487-D51DF71F16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37"/>
          <a:stretch/>
        </p:blipFill>
        <p:spPr>
          <a:xfrm>
            <a:off x="7954886" y="2785042"/>
            <a:ext cx="3778250" cy="110088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BE3EEA2-3051-4009-9B36-BA4EE11A2B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4886" y="4119217"/>
            <a:ext cx="3778250" cy="109691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3FD5751-7F40-479D-AA2F-FF0160F0AE9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879" t="29180" r="35170" b="52738"/>
          <a:stretch/>
        </p:blipFill>
        <p:spPr>
          <a:xfrm>
            <a:off x="76278" y="2019526"/>
            <a:ext cx="2302254" cy="58477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7B9A28D-9D66-4988-83D6-628459E14E8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879" t="29180" r="35170" b="52738"/>
          <a:stretch/>
        </p:blipFill>
        <p:spPr>
          <a:xfrm>
            <a:off x="76278" y="2050925"/>
            <a:ext cx="2302254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41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06400" y="-851926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06B2FB9-FA88-4D6A-A183-0803F1430FA7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ADMINISTRADOR: DISPOSITIVOS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3156FF-B7B9-4EEB-8ABA-E560CF4250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42"/>
          <a:stretch/>
        </p:blipFill>
        <p:spPr>
          <a:xfrm>
            <a:off x="647315" y="2455673"/>
            <a:ext cx="4603230" cy="22669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BC69C3C-3FB6-438A-9E6E-048F9B5C04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11" r="47614" b="3367"/>
          <a:stretch/>
        </p:blipFill>
        <p:spPr>
          <a:xfrm>
            <a:off x="6398037" y="2355288"/>
            <a:ext cx="3615539" cy="217039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5687D5A-A004-4AC4-A404-651EFBD73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15" y="5148503"/>
            <a:ext cx="3426028" cy="170949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19AF338-8A0D-4DB7-9F79-55F1052FBF0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832" t="66147" r="28295" b="17028"/>
          <a:stretch/>
        </p:blipFill>
        <p:spPr>
          <a:xfrm>
            <a:off x="744287" y="1961316"/>
            <a:ext cx="1873129" cy="39397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F0C2786-A3AF-42D5-947C-DE2449DB129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521" t="81918" r="13918" b="2015"/>
          <a:stretch/>
        </p:blipFill>
        <p:spPr>
          <a:xfrm>
            <a:off x="6398037" y="1911914"/>
            <a:ext cx="2419742" cy="39397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54E9A1D-08F8-4906-ACF7-73D65D73D9F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082" t="47141" r="47333" b="34777"/>
          <a:stretch/>
        </p:blipFill>
        <p:spPr>
          <a:xfrm>
            <a:off x="744287" y="4699977"/>
            <a:ext cx="1398953" cy="45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1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06B2FB9-FA88-4D6A-A183-0803F1430FA7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ADMINISTRADOR: MIS SOLICITUDES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98A9A57-6902-419F-BD9F-01E8F23E4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872" y="3297557"/>
            <a:ext cx="4372585" cy="241968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5B4A6EB-CEBF-4E2E-936C-02F4D0EE43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64"/>
          <a:stretch/>
        </p:blipFill>
        <p:spPr>
          <a:xfrm>
            <a:off x="512521" y="2715560"/>
            <a:ext cx="6974204" cy="300168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6A8FA6B-4A9F-4C3B-BA0A-E58AA45EA2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0204" t="58793" r="1597" b="30130"/>
          <a:stretch/>
        </p:blipFill>
        <p:spPr>
          <a:xfrm>
            <a:off x="7591872" y="2647092"/>
            <a:ext cx="1355465" cy="77585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251966-897B-4B15-8A97-0C3A730966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77" t="14080" r="2576" b="9986"/>
          <a:stretch/>
        </p:blipFill>
        <p:spPr>
          <a:xfrm>
            <a:off x="512521" y="2079812"/>
            <a:ext cx="2782646" cy="41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95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815975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317171"/>
            <a:ext cx="13571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ADMINISTRADOR: GESTIÓN DE PRESTAMOS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E9BF20D-E552-4572-A304-0BEDB002D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40" y="2665905"/>
            <a:ext cx="10968763" cy="40052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764889B-F5C3-410F-8457-8CCB77B930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37" t="23976" r="2763" b="14229"/>
          <a:stretch/>
        </p:blipFill>
        <p:spPr>
          <a:xfrm>
            <a:off x="457201" y="2142685"/>
            <a:ext cx="2811780" cy="34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38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815975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317171"/>
            <a:ext cx="13571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ADMINISTRADOR: GESTIÓN DE PRESTAMOS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0E1D56-A584-4BA8-80D4-09D2D57291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29" r="2967"/>
          <a:stretch/>
        </p:blipFill>
        <p:spPr>
          <a:xfrm>
            <a:off x="2335533" y="2034908"/>
            <a:ext cx="3081017" cy="439386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86A19A4-24D7-497A-B51B-C3706F1D79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6" t="2101"/>
          <a:stretch/>
        </p:blipFill>
        <p:spPr>
          <a:xfrm>
            <a:off x="5956300" y="2123424"/>
            <a:ext cx="3900166" cy="421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91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815975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317171"/>
            <a:ext cx="13571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ADMINISTRADOR: ROLES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CE25C7-19D8-4AB2-A5D2-609E2FDAA4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4" t="17785" r="5429" b="20023"/>
          <a:stretch/>
        </p:blipFill>
        <p:spPr>
          <a:xfrm>
            <a:off x="1181099" y="2285888"/>
            <a:ext cx="3867151" cy="52322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B0A108E-54B1-4BAD-9969-681785FB5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099" y="3070718"/>
            <a:ext cx="9368563" cy="355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711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815975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317171"/>
            <a:ext cx="13571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ADMINISTRADOR: USUARIOS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EB1D31-4CE8-4AED-B9B0-DC28A9F1DF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72" t="22845" r="27835" b="19825"/>
          <a:stretch/>
        </p:blipFill>
        <p:spPr>
          <a:xfrm>
            <a:off x="1181101" y="2263140"/>
            <a:ext cx="2865119" cy="381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8EF97E6-A716-4666-B0AA-C2C332154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1" y="2869538"/>
            <a:ext cx="7200900" cy="384084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6FA9FE3-6EE3-4D79-A2BC-56234B5A0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801" y="2869538"/>
            <a:ext cx="3137901" cy="190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1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96162" y="-815975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317171"/>
            <a:ext cx="13571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ASIGNACIÓN DE EQUIPO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1C6C50-4769-429E-AD77-9E3D5A557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733" y="2592457"/>
            <a:ext cx="7689237" cy="385654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3C35F6C-31DD-4495-828C-F8168416D5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99" t="73022" r="38263" b="3880"/>
          <a:stretch/>
        </p:blipFill>
        <p:spPr>
          <a:xfrm>
            <a:off x="2761733" y="2001787"/>
            <a:ext cx="2410902" cy="59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16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815975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317171"/>
            <a:ext cx="13571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SUPLANTACIÓN DE USUARIO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BD3E0BB-E2B6-4F57-A504-3C96DB8D9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93" y="2637433"/>
            <a:ext cx="10004612" cy="359153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52F0317-B7FE-44A4-8AF9-880C359402DD}"/>
              </a:ext>
            </a:extLst>
          </p:cNvPr>
          <p:cNvSpPr/>
          <p:nvPr/>
        </p:nvSpPr>
        <p:spPr>
          <a:xfrm>
            <a:off x="4652683" y="2637434"/>
            <a:ext cx="2913529" cy="3388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9090B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AE77A8-7ECE-4214-A649-85C3C9C7A1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5455" r="41013" b="36444"/>
          <a:stretch/>
        </p:blipFill>
        <p:spPr>
          <a:xfrm>
            <a:off x="5174100" y="1945344"/>
            <a:ext cx="1843798" cy="47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81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ED10B4-9411-449E-B05A-1D3B601AE191}"/>
              </a:ext>
            </a:extLst>
          </p:cNvPr>
          <p:cNvSpPr txBox="1"/>
          <p:nvPr/>
        </p:nvSpPr>
        <p:spPr>
          <a:xfrm>
            <a:off x="-779597" y="1317171"/>
            <a:ext cx="135716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6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EL TRABAJADOR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pic>
        <p:nvPicPr>
          <p:cNvPr id="1026" name="Picture 2" descr="Empresario - Iconos gratis de personas">
            <a:extLst>
              <a:ext uri="{FF2B5EF4-FFF2-40B4-BE49-F238E27FC236}">
                <a16:creationId xmlns:a16="http://schemas.microsoft.com/office/drawing/2014/main" id="{F64C127E-3CF7-4A6D-9115-C631791BC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039" y="2775777"/>
            <a:ext cx="3507921" cy="350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589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919443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808172" y="1226753"/>
            <a:ext cx="13571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TRABAJADOR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6EB8C2-810A-4B3F-BA15-06D95DE7E0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41" t="8814" r="12226" b="-312"/>
          <a:stretch/>
        </p:blipFill>
        <p:spPr>
          <a:xfrm>
            <a:off x="4179319" y="2505075"/>
            <a:ext cx="3700658" cy="26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98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TRABAJADOR: EL ESCRITORIO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5E5E2C-8B28-4472-AC22-A57DEF1E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049" y="2429436"/>
            <a:ext cx="7286502" cy="416622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04FA68-212C-426A-B304-27F8459952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88" t="30597" r="46854" b="10375"/>
          <a:stretch/>
        </p:blipFill>
        <p:spPr>
          <a:xfrm>
            <a:off x="1785050" y="1935080"/>
            <a:ext cx="1549821" cy="35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842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98238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TRABAJADOR: DISPOSITIVOS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378467-D9E9-4195-83EE-B5BEDB8CD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05" y="2850120"/>
            <a:ext cx="8303281" cy="366889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DFBD52-FAD7-4C36-AE32-CE1FB833C3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74" r="5680"/>
          <a:stretch/>
        </p:blipFill>
        <p:spPr>
          <a:xfrm>
            <a:off x="8623604" y="2816518"/>
            <a:ext cx="3686362" cy="209082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F72FC19-0292-41E0-B353-E8B3A160C2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35" t="12299" r="21857" b="19088"/>
          <a:stretch/>
        </p:blipFill>
        <p:spPr>
          <a:xfrm>
            <a:off x="304800" y="2124636"/>
            <a:ext cx="2214282" cy="35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29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TRABAJADOR: DISPOSITIVOS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EE63A0-6FC0-4739-B34F-EC3CD7284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491" y="1934329"/>
            <a:ext cx="5656730" cy="185306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C12213E-DBE8-4DC4-AEEE-CAC4DA231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009" y="3910197"/>
            <a:ext cx="7481414" cy="248615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72DBB65-A805-4C53-9099-344C9202C5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74" t="37556" r="17419" b="34475"/>
          <a:stretch/>
        </p:blipFill>
        <p:spPr>
          <a:xfrm>
            <a:off x="985558" y="2358997"/>
            <a:ext cx="3200960" cy="58477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60444B1-300A-4891-AD67-3FA7F1445E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805" t="66083" r="10824" b="5948"/>
          <a:stretch/>
        </p:blipFill>
        <p:spPr>
          <a:xfrm>
            <a:off x="1165411" y="5046472"/>
            <a:ext cx="332348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320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TRABAJADOR: MIS EQUIPOS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F467E2-78D4-4248-B9AC-E3BDE146B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2833805"/>
            <a:ext cx="8417566" cy="37283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57195A2-425B-49AF-B00D-1FA80B56F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848" y="2833805"/>
            <a:ext cx="3110611" cy="215069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90A4133-15F7-4B2D-9C84-2561965527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04" t="13441" r="2890" b="16017"/>
          <a:stretch/>
        </p:blipFill>
        <p:spPr>
          <a:xfrm>
            <a:off x="457201" y="2286000"/>
            <a:ext cx="2743258" cy="35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70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TRABAJADOR: MIS EQUIPOS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EEED67-6D15-46E3-BD01-73C8261AB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887" y="1915258"/>
            <a:ext cx="6449006" cy="22892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1F08253-962F-48A9-ADEB-60D0F540F9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761" t="69600" r="17292" b="13206"/>
          <a:stretch/>
        </p:blipFill>
        <p:spPr>
          <a:xfrm>
            <a:off x="1030941" y="2642162"/>
            <a:ext cx="2393518" cy="36979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54B3791-91E1-44F2-9606-596E7D8916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412"/>
          <a:stretch/>
        </p:blipFill>
        <p:spPr>
          <a:xfrm>
            <a:off x="3693471" y="4496300"/>
            <a:ext cx="4074786" cy="203681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D3304F7-13C5-41AA-8950-7EF5ED4B89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03" t="47756" r="20524" b="29444"/>
          <a:stretch/>
        </p:blipFill>
        <p:spPr>
          <a:xfrm>
            <a:off x="1116076" y="5140895"/>
            <a:ext cx="2223248" cy="49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941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06400" y="-760507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DEL TRABAJADOR: MIS SOLICITUDES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FCA044-5043-4CB2-B61D-11CDA5E4B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35" y="2820514"/>
            <a:ext cx="6579065" cy="31351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1CE5D96-07E2-4203-B45F-0BF8BA7746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477"/>
          <a:stretch/>
        </p:blipFill>
        <p:spPr>
          <a:xfrm>
            <a:off x="850435" y="2087971"/>
            <a:ext cx="2829320" cy="35804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5798952-4D98-486D-926D-558E84D85CD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47"/>
          <a:stretch/>
        </p:blipFill>
        <p:spPr>
          <a:xfrm>
            <a:off x="7581247" y="3549053"/>
            <a:ext cx="4286903" cy="208219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512C26E-C662-4A97-BB93-08F0365E66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745" t="75103" r="9149" b="16572"/>
          <a:stretch/>
        </p:blipFill>
        <p:spPr>
          <a:xfrm>
            <a:off x="7648575" y="2871405"/>
            <a:ext cx="1194922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01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ED10B4-9411-449E-B05A-1D3B601AE191}"/>
              </a:ext>
            </a:extLst>
          </p:cNvPr>
          <p:cNvSpPr txBox="1"/>
          <p:nvPr/>
        </p:nvSpPr>
        <p:spPr>
          <a:xfrm>
            <a:off x="-779597" y="1317171"/>
            <a:ext cx="135716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6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MANTENIMIENTO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pic>
        <p:nvPicPr>
          <p:cNvPr id="3076" name="Picture 4" descr="Descarga iconos gratuitos de Mantenimiento en PNG y SVG">
            <a:extLst>
              <a:ext uri="{FF2B5EF4-FFF2-40B4-BE49-F238E27FC236}">
                <a16:creationId xmlns:a16="http://schemas.microsoft.com/office/drawing/2014/main" id="{B16F1428-62E1-4111-973E-EEF98030F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200" y="2989796"/>
            <a:ext cx="2886075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173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 MANTENIMIENTO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92F4DA-57E2-4B98-BFEB-50E01AC682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18" t="12051"/>
          <a:stretch/>
        </p:blipFill>
        <p:spPr>
          <a:xfrm>
            <a:off x="3389073" y="2266388"/>
            <a:ext cx="5413853" cy="24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53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 MANTENIMIENTO: EL ESCRITORIO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2F3FE6-A5BD-4A14-92CE-6757259DC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198" y="2725108"/>
            <a:ext cx="7986227" cy="38772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67D2D1D-2F77-4261-B98D-391A072FF6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71" t="12747" r="38921" b="64955"/>
          <a:stretch/>
        </p:blipFill>
        <p:spPr>
          <a:xfrm>
            <a:off x="1824198" y="2006332"/>
            <a:ext cx="2771406" cy="53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20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 MANTENIMIENTO: DISPOSITIVOS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438F06-4FBD-4299-8FF4-8E3882C5A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082" y="2673538"/>
            <a:ext cx="7153835" cy="402171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5AA7AD3-F38D-4E91-94E4-5C441B4204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41" t="12777" r="9150" b="10070"/>
          <a:stretch/>
        </p:blipFill>
        <p:spPr>
          <a:xfrm>
            <a:off x="2519082" y="2036344"/>
            <a:ext cx="2854512" cy="41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93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 MANTENIMIENTO: MANTENIMIENTO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B75718-9E4F-454D-A6A1-BBA67DCC6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65" y="2965353"/>
            <a:ext cx="6918429" cy="294202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A1FE3BD-62C0-4012-9BEA-ACF81479C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162" y="2978800"/>
            <a:ext cx="3519094" cy="242426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14394E0-1E43-4E2A-B447-42AA4F03A6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76" t="10814" r="7032" b="14820"/>
          <a:stretch/>
        </p:blipFill>
        <p:spPr>
          <a:xfrm>
            <a:off x="770965" y="2203249"/>
            <a:ext cx="4249270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359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0640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4F572D-360D-4F66-8259-F682CCB327A4}"/>
              </a:ext>
            </a:extLst>
          </p:cNvPr>
          <p:cNvSpPr txBox="1"/>
          <p:nvPr/>
        </p:nvSpPr>
        <p:spPr>
          <a:xfrm>
            <a:off x="-779597" y="1226753"/>
            <a:ext cx="1357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PANELES DE MANTENIMIENTO: MANTENIMIENTO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C01E5D-149E-4B58-A290-7490BC05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58" r="3138"/>
          <a:stretch/>
        </p:blipFill>
        <p:spPr>
          <a:xfrm>
            <a:off x="461074" y="3214613"/>
            <a:ext cx="3810000" cy="19573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87A29E1-AB3C-4590-BD6C-3C8EFB4E8E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20" t="38802" r="19335" b="44560"/>
          <a:stretch/>
        </p:blipFill>
        <p:spPr>
          <a:xfrm>
            <a:off x="461074" y="2238822"/>
            <a:ext cx="2647950" cy="4033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F73D759-9407-40F1-998B-B430DF226F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769"/>
          <a:stretch/>
        </p:blipFill>
        <p:spPr>
          <a:xfrm>
            <a:off x="4890807" y="2642162"/>
            <a:ext cx="3148336" cy="251431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DA14749-98F7-47AF-91B6-88D21A2EAF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16" t="54718" r="19939" b="26485"/>
          <a:stretch/>
        </p:blipFill>
        <p:spPr>
          <a:xfrm>
            <a:off x="5077912" y="2114914"/>
            <a:ext cx="2647950" cy="45566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A73A427-5DAA-45AF-8A7C-9E4A9F5B1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699" y="2570578"/>
            <a:ext cx="3276847" cy="281157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FA56B6E-EDDE-4338-BB2C-62E6ECD61A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87" t="75878" r="46943" b="6778"/>
          <a:stretch/>
        </p:blipFill>
        <p:spPr>
          <a:xfrm>
            <a:off x="8772568" y="2150116"/>
            <a:ext cx="1600158" cy="42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57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AU" sz="2800" dirty="0">
              <a:solidFill>
                <a:srgbClr val="CC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solidFill>
                <a:srgbClr val="CC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trabajador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pedir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prestado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equipos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mandar solicitudes a 					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mantenimiento</a:t>
            </a:r>
            <a:endParaRPr lang="en-AU" sz="2400" dirty="0">
              <a:solidFill>
                <a:srgbClr val="CC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El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mantenimiento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aceptar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rechazar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solicitudes, 				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basandose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equipo</a:t>
            </a:r>
            <a:endParaRPr lang="en-AU" sz="2400" dirty="0">
              <a:solidFill>
                <a:srgbClr val="CC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administrador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maneja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los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equipos</a:t>
            </a:r>
            <a:r>
              <a:rPr lang="en-AU" sz="24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	y de la </a:t>
            </a:r>
            <a:r>
              <a:rPr lang="en-AU" sz="24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pagina</a:t>
            </a:r>
            <a:endParaRPr lang="en-AU" sz="2800" dirty="0">
              <a:solidFill>
                <a:srgbClr val="CC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ED10B4-9411-449E-B05A-1D3B601AE191}"/>
              </a:ext>
            </a:extLst>
          </p:cNvPr>
          <p:cNvSpPr txBox="1"/>
          <p:nvPr/>
        </p:nvSpPr>
        <p:spPr>
          <a:xfrm>
            <a:off x="-573409" y="477432"/>
            <a:ext cx="135716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8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 RESUMEN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9F9C10-EB95-4A75-66F3-7FEA9F11F994}"/>
              </a:ext>
            </a:extLst>
          </p:cNvPr>
          <p:cNvSpPr txBox="1"/>
          <p:nvPr/>
        </p:nvSpPr>
        <p:spPr>
          <a:xfrm>
            <a:off x="4265220" y="340425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" name="Picture 4" descr="Descarga iconos gratuitos de Mantenimiento en PNG y SVG">
            <a:extLst>
              <a:ext uri="{FF2B5EF4-FFF2-40B4-BE49-F238E27FC236}">
                <a16:creationId xmlns:a16="http://schemas.microsoft.com/office/drawing/2014/main" id="{26E8A456-A509-4319-A169-1D3C36C30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0" y="3002196"/>
            <a:ext cx="1299047" cy="1299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mpresario - Iconos gratis de personas">
            <a:extLst>
              <a:ext uri="{FF2B5EF4-FFF2-40B4-BE49-F238E27FC236}">
                <a16:creationId xmlns:a16="http://schemas.microsoft.com/office/drawing/2014/main" id="{51D48FD8-45DE-41E6-B725-3A0D90DB4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12" y="1533510"/>
            <a:ext cx="1243605" cy="124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dministrador - Iconos gratis de personas">
            <a:extLst>
              <a:ext uri="{FF2B5EF4-FFF2-40B4-BE49-F238E27FC236}">
                <a16:creationId xmlns:a16="http://schemas.microsoft.com/office/drawing/2014/main" id="{E85E6F9F-8536-493E-A5A8-F92B4731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12" y="4382173"/>
            <a:ext cx="1243605" cy="124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187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ED10B4-9411-449E-B05A-1D3B601AE191}"/>
              </a:ext>
            </a:extLst>
          </p:cNvPr>
          <p:cNvSpPr txBox="1"/>
          <p:nvPr/>
        </p:nvSpPr>
        <p:spPr>
          <a:xfrm>
            <a:off x="-779597" y="1317171"/>
            <a:ext cx="13571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CONCLUSIÓN (PARTE 1)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BAEA51-EE19-2BAA-C0E1-6C019F6C32B2}"/>
              </a:ext>
            </a:extLst>
          </p:cNvPr>
          <p:cNvSpPr txBox="1"/>
          <p:nvPr/>
        </p:nvSpPr>
        <p:spPr>
          <a:xfrm>
            <a:off x="2937784" y="2357915"/>
            <a:ext cx="6531428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AR" sz="28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Yamaga</a:t>
            </a:r>
            <a:r>
              <a:rPr lang="es-AR" sz="28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8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r>
              <a:rPr lang="es-AR" sz="28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una herramienta completa y poderosa para empresas que necesitan controlar su inventario, agilizar las solicitudes de préstamo y mantener un seguimiento preciso de sus activos.</a:t>
            </a:r>
            <a:br>
              <a:rPr lang="en-US" sz="2000" b="1" dirty="0">
                <a:latin typeface="Arial"/>
              </a:rPr>
            </a:br>
            <a:endParaRPr lang="en-US" dirty="0"/>
          </a:p>
        </p:txBody>
      </p:sp>
      <p:pic>
        <p:nvPicPr>
          <p:cNvPr id="2050" name="Picture 2" descr="Inventario - Iconos gratis de negocios y finanzas">
            <a:extLst>
              <a:ext uri="{FF2B5EF4-FFF2-40B4-BE49-F238E27FC236}">
                <a16:creationId xmlns:a16="http://schemas.microsoft.com/office/drawing/2014/main" id="{446E5540-A7EF-4133-98E6-69A4F9D35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9774" y="2194519"/>
            <a:ext cx="2638425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upa - Iconos gratis de editar herramientas">
            <a:extLst>
              <a:ext uri="{FF2B5EF4-FFF2-40B4-BE49-F238E27FC236}">
                <a16:creationId xmlns:a16="http://schemas.microsoft.com/office/drawing/2014/main" id="{2E1480B7-A4A9-4102-BBED-DE1E2776E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40" y="2466974"/>
            <a:ext cx="2257425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1301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ED10B4-9411-449E-B05A-1D3B601AE191}"/>
              </a:ext>
            </a:extLst>
          </p:cNvPr>
          <p:cNvSpPr txBox="1"/>
          <p:nvPr/>
        </p:nvSpPr>
        <p:spPr>
          <a:xfrm>
            <a:off x="-779597" y="1317171"/>
            <a:ext cx="13571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CONCLUSIÓN (PARTE 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AEA51-EE19-2BAA-C0E1-6C019F6C32B2}"/>
              </a:ext>
            </a:extLst>
          </p:cNvPr>
          <p:cNvSpPr txBox="1"/>
          <p:nvPr/>
        </p:nvSpPr>
        <p:spPr>
          <a:xfrm>
            <a:off x="2987734" y="2434115"/>
            <a:ext cx="6531428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AR" sz="28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Nuestra interfaz intuitiva, sistema de roles y módulos bien organizados permiten que cada dispositivo, desde notebooks hasta proyectores esté correctamente gestionado durante todo su ciclo de vida.</a:t>
            </a:r>
            <a:br>
              <a:rPr lang="en-US" sz="2000" b="1" dirty="0">
                <a:latin typeface="Arial"/>
              </a:rPr>
            </a:br>
            <a:endParaRPr lang="en-US" dirty="0"/>
          </a:p>
        </p:txBody>
      </p:sp>
      <p:pic>
        <p:nvPicPr>
          <p:cNvPr id="3074" name="Picture 2" descr="Ciclo de vida del producto - Iconos gratis de ecología y medio ambiente">
            <a:extLst>
              <a:ext uri="{FF2B5EF4-FFF2-40B4-BE49-F238E27FC236}">
                <a16:creationId xmlns:a16="http://schemas.microsoft.com/office/drawing/2014/main" id="{BA8BE396-E399-4C6E-979E-1DB992399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86" y="2314974"/>
            <a:ext cx="2581274" cy="258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Organizado - Iconos gratis de hora y fecha">
            <a:extLst>
              <a:ext uri="{FF2B5EF4-FFF2-40B4-BE49-F238E27FC236}">
                <a16:creationId xmlns:a16="http://schemas.microsoft.com/office/drawing/2014/main" id="{7561378E-90E0-4C87-84BE-2F7D40B91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94" y="2314974"/>
            <a:ext cx="237172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AF6D082-822D-44C0-BDF3-187095652D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623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AU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ED10B4-9411-449E-B05A-1D3B601AE191}"/>
              </a:ext>
            </a:extLst>
          </p:cNvPr>
          <p:cNvSpPr txBox="1"/>
          <p:nvPr/>
        </p:nvSpPr>
        <p:spPr>
          <a:xfrm>
            <a:off x="-779597" y="1317171"/>
            <a:ext cx="13571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¿QUE NOS PARECIO LA EXPERIENCIA?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8CC804-FCA2-1965-2B56-C88BF1F58CB2}"/>
              </a:ext>
            </a:extLst>
          </p:cNvPr>
          <p:cNvSpPr txBox="1"/>
          <p:nvPr/>
        </p:nvSpPr>
        <p:spPr>
          <a:xfrm>
            <a:off x="2682937" y="2392993"/>
            <a:ext cx="729598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AR" sz="28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 gustó mucho ya que aprendimos un montón sobre como es el trabajo en equipo junto con otros programadores en una simulación de un puesto de trabajo realista. A su vez ganamos experiencia creando y desarrollando aplicaciones web que nos sirve para nuestro </a:t>
            </a:r>
            <a:r>
              <a:rPr lang="es-AR" sz="2800" dirty="0" err="1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curriculum</a:t>
            </a:r>
            <a:r>
              <a:rPr lang="es-AR" sz="28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nuestro futuro: queremos trabajar de esto ya que nos apasiona</a:t>
            </a:r>
          </a:p>
        </p:txBody>
      </p:sp>
      <p:pic>
        <p:nvPicPr>
          <p:cNvPr id="1026" name="Picture 2" descr="Trabajo en equipo - Iconos gratis de personas">
            <a:extLst>
              <a:ext uri="{FF2B5EF4-FFF2-40B4-BE49-F238E27FC236}">
                <a16:creationId xmlns:a16="http://schemas.microsoft.com/office/drawing/2014/main" id="{412C3D3E-6DC5-45E9-B9EC-7D958026A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3" y="2366057"/>
            <a:ext cx="1728205" cy="1728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lament 🦒 (@filamentphp) / Posts / X">
            <a:extLst>
              <a:ext uri="{FF2B5EF4-FFF2-40B4-BE49-F238E27FC236}">
                <a16:creationId xmlns:a16="http://schemas.microsoft.com/office/drawing/2014/main" id="{64CD581D-36A1-44C9-A2C4-3E7956E07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4248" y="4482964"/>
            <a:ext cx="1258342" cy="125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703C817-4518-464D-98D1-1D27522EAA17}"/>
              </a:ext>
            </a:extLst>
          </p:cNvPr>
          <p:cNvSpPr/>
          <p:nvPr/>
        </p:nvSpPr>
        <p:spPr>
          <a:xfrm>
            <a:off x="833536" y="4460489"/>
            <a:ext cx="1261997" cy="12492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BF5CA90D-9EDA-42E8-A508-7E09EED36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282" y="4566867"/>
            <a:ext cx="1036504" cy="10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aravel Logo &amp; Brand Assets (SVG, PNG and vector) - Brandfetch">
            <a:extLst>
              <a:ext uri="{FF2B5EF4-FFF2-40B4-BE49-F238E27FC236}">
                <a16:creationId xmlns:a16="http://schemas.microsoft.com/office/drawing/2014/main" id="{3C6B96FF-5158-44FE-9BD3-2A3FD7714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4248" y="2655615"/>
            <a:ext cx="1258342" cy="125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1367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18DB39-08AD-46BC-A588-10B46109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615" y="-106080"/>
            <a:ext cx="6692184" cy="33460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BAEA51-EE19-2BAA-C0E1-6C019F6C32B2}"/>
              </a:ext>
            </a:extLst>
          </p:cNvPr>
          <p:cNvSpPr txBox="1"/>
          <p:nvPr/>
        </p:nvSpPr>
        <p:spPr>
          <a:xfrm>
            <a:off x="2390804" y="3240012"/>
            <a:ext cx="741039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AR" sz="3600" dirty="0">
                <a:solidFill>
                  <a:srgbClr val="CC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sistema moderno, organizado y diseñado para una gestión inteligente de equipos</a:t>
            </a:r>
            <a:br>
              <a:rPr lang="en-US" sz="2400" b="1" dirty="0">
                <a:latin typeface="Arial"/>
              </a:rPr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40900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170AA0-7D0D-4257-A6F7-DD8A6CD1267A}"/>
              </a:ext>
            </a:extLst>
          </p:cNvPr>
          <p:cNvSpPr/>
          <p:nvPr/>
        </p:nvSpPr>
        <p:spPr>
          <a:xfrm>
            <a:off x="-425450" y="-787400"/>
            <a:ext cx="13004800" cy="7848600"/>
          </a:xfrm>
          <a:prstGeom prst="rect">
            <a:avLst/>
          </a:prstGeom>
          <a:solidFill>
            <a:srgbClr val="1818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ED10B4-9411-449E-B05A-1D3B601AE191}"/>
              </a:ext>
            </a:extLst>
          </p:cNvPr>
          <p:cNvSpPr txBox="1"/>
          <p:nvPr/>
        </p:nvSpPr>
        <p:spPr>
          <a:xfrm>
            <a:off x="-779597" y="2174421"/>
            <a:ext cx="13571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7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MUCHAS GRACIAS </a:t>
            </a:r>
          </a:p>
          <a:p>
            <a:pPr algn="ctr"/>
            <a:r>
              <a:rPr lang="es-ES" sz="7200" b="1" dirty="0">
                <a:solidFill>
                  <a:srgbClr val="CC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POR VER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AF6D082-822D-44C0-BDF3-187095652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0" y="-98238"/>
            <a:ext cx="2830818" cy="141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420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</TotalTime>
  <Words>500</Words>
  <Application>Microsoft Office PowerPoint</Application>
  <PresentationFormat>Panorámica</PresentationFormat>
  <Paragraphs>64</Paragraphs>
  <Slides>40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Gaston Heinz</dc:creator>
  <cp:lastModifiedBy>Gaston Heinz</cp:lastModifiedBy>
  <cp:revision>118</cp:revision>
  <dcterms:created xsi:type="dcterms:W3CDTF">2025-11-18T03:41:20Z</dcterms:created>
  <dcterms:modified xsi:type="dcterms:W3CDTF">2025-11-19T21:00:45Z</dcterms:modified>
</cp:coreProperties>
</file>